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83F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B3D5C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329184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8FD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LGE ThinQ Voice Live PoC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LGE ThinQ Voice Live PoC module call details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C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클릭부터 Azure Voice Live API·Living AI API 호출까지 — 모듈 간 상세 연동 흐름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251960"/>
            <a:ext cx="1280160" cy="36576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434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B6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작성일  2026.07.03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B6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코드  backend/src/assistant, backend/src/thinq_agent, frontend/src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27048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7DC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15361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아키텍처 개요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08760" y="18562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프런트엔드·백엔드·Azure 서비스 모듈 맵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2459736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7DC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08760" y="2468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전송 모드 비교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508760" y="2788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WebSocket 중계 방식 vs WebRTC 직결 방식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282696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" y="3392424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7DC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34015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WebSocket 흐름 상세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508760" y="37216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클릭 → 세션 시작 → Voice Live 연결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" y="4325112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7DC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08760" y="43342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오디오 스트리밍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508760" y="465429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 입력 → 서버 중계 → 응답 오디오 재생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5148072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3232" y="525780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7DC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08760" y="526694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이벤트 처리 상세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508760" y="558698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Voice Live 서버 이벤트별 처리 로직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141732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36792" y="1527048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7DC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32320" y="15361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 호출(Tool Calling)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132320" y="18562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도구 호출 감지 → 실행 → 결과 회신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2350008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36792" y="2459736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7DC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132320" y="2468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Living AI API 연동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132320" y="2788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가전 제어 REST 호출 상세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3282696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36792" y="3392424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7DC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132320" y="34015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WebRTC 직결 흐름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132320" y="37216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SDP 협상, ephemeral 토큰, 컨트롤러 WS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4215384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36792" y="4325112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7DC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132320" y="43342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역할 정리 및 요약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132320" y="465429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assistant(현행) vs thinq_agent(레거시/공용) 정리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LGE ThinQ Voice Live PoC — module call details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아키텍처 개요 — 모듈 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19656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92024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764792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(React)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3232" y="2350008"/>
            <a:ext cx="20208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frontend/src/App.tsx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useVoiceSession →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useSession/useWebRTCSession</a:t>
            </a:r>
            <a:endParaRPr lang="en-US" sz="930" dirty="0"/>
          </a:p>
        </p:txBody>
      </p:sp>
      <p:sp>
        <p:nvSpPr>
          <p:cNvPr id="9" name="Shape 6"/>
          <p:cNvSpPr/>
          <p:nvPr/>
        </p:nvSpPr>
        <p:spPr>
          <a:xfrm>
            <a:off x="2898648" y="2281428"/>
            <a:ext cx="283464" cy="237744"/>
          </a:xfrm>
          <a:prstGeom prst="rightArrow">
            <a:avLst/>
          </a:prstGeom>
          <a:solidFill>
            <a:srgbClr val="F2A65A"/>
          </a:solidFill>
          <a:ln/>
        </p:spPr>
      </p:sp>
      <p:sp>
        <p:nvSpPr>
          <p:cNvPr id="10" name="Shape 7"/>
          <p:cNvSpPr/>
          <p:nvPr/>
        </p:nvSpPr>
        <p:spPr>
          <a:xfrm>
            <a:off x="3200400" y="16916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64992" y="181965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576" y="192024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50208" y="1764792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assistant 백엔드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64992" y="2350008"/>
            <a:ext cx="20208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app.py (FastAPI)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voice_handler.py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(VoiceLiveHandler)</a:t>
            </a:r>
            <a:endParaRPr lang="en-US" sz="930" dirty="0"/>
          </a:p>
        </p:txBody>
      </p:sp>
      <p:sp>
        <p:nvSpPr>
          <p:cNvPr id="15" name="Shape 11"/>
          <p:cNvSpPr/>
          <p:nvPr/>
        </p:nvSpPr>
        <p:spPr>
          <a:xfrm>
            <a:off x="5550408" y="2281428"/>
            <a:ext cx="283464" cy="237744"/>
          </a:xfrm>
          <a:prstGeom prst="rightArrow">
            <a:avLst/>
          </a:prstGeom>
          <a:solidFill>
            <a:srgbClr val="F2A65A"/>
          </a:solidFill>
          <a:ln/>
        </p:spPr>
      </p:sp>
      <p:sp>
        <p:nvSpPr>
          <p:cNvPr id="16" name="Shape 12"/>
          <p:cNvSpPr/>
          <p:nvPr/>
        </p:nvSpPr>
        <p:spPr>
          <a:xfrm>
            <a:off x="5852160" y="16916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16752" y="1819656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336" y="1920240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01968" y="1764792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Azure Voice Live API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016752" y="2350008"/>
            <a:ext cx="20208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azure.ai.voicelive SDK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connect() 실시간 WS 세션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(음성 인식·합성·VAD)</a:t>
            </a:r>
            <a:endParaRPr lang="en-US" sz="930" dirty="0"/>
          </a:p>
        </p:txBody>
      </p:sp>
      <p:sp>
        <p:nvSpPr>
          <p:cNvPr id="21" name="Shape 16"/>
          <p:cNvSpPr/>
          <p:nvPr/>
        </p:nvSpPr>
        <p:spPr>
          <a:xfrm>
            <a:off x="8202168" y="2281428"/>
            <a:ext cx="283464" cy="237744"/>
          </a:xfrm>
          <a:prstGeom prst="rightArrow">
            <a:avLst/>
          </a:prstGeom>
          <a:solidFill>
            <a:srgbClr val="F2A65A"/>
          </a:solidFill>
          <a:ln/>
        </p:spPr>
      </p:sp>
      <p:sp>
        <p:nvSpPr>
          <p:cNvPr id="22" name="Shape 17"/>
          <p:cNvSpPr/>
          <p:nvPr/>
        </p:nvSpPr>
        <p:spPr>
          <a:xfrm>
            <a:off x="8503920" y="16916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668512" y="181965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1920240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53728" y="1764792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오디오/텍스트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8668512" y="2350008"/>
            <a:ext cx="20208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PCM16 오디오 델타 +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transcript 스트리밍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브라우저로 회신</a:t>
            </a:r>
            <a:endParaRPr lang="en-US" sz="930" dirty="0"/>
          </a:p>
        </p:txBody>
      </p:sp>
      <p:sp>
        <p:nvSpPr>
          <p:cNvPr id="27" name="Shape 21"/>
          <p:cNvSpPr/>
          <p:nvPr/>
        </p:nvSpPr>
        <p:spPr>
          <a:xfrm>
            <a:off x="4247388" y="3127248"/>
            <a:ext cx="237744" cy="310896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28" name="Shape 22"/>
          <p:cNvSpPr/>
          <p:nvPr/>
        </p:nvSpPr>
        <p:spPr>
          <a:xfrm>
            <a:off x="3200400" y="347472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364992" y="360273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5576" y="3703320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950208" y="3547872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thinq_agent 공용계층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3364992" y="4133088"/>
            <a:ext cx="20208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tools.dispatch_tool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hub.py / subagent_hub.py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schemas.py (TOOL_SCHEMAS)</a:t>
            </a:r>
            <a:endParaRPr lang="en-US" sz="930" dirty="0"/>
          </a:p>
        </p:txBody>
      </p:sp>
      <p:sp>
        <p:nvSpPr>
          <p:cNvPr id="33" name="Shape 26"/>
          <p:cNvSpPr/>
          <p:nvPr/>
        </p:nvSpPr>
        <p:spPr>
          <a:xfrm>
            <a:off x="5550408" y="4064508"/>
            <a:ext cx="283464" cy="237744"/>
          </a:xfrm>
          <a:prstGeom prst="rightArrow">
            <a:avLst/>
          </a:prstGeom>
          <a:solidFill>
            <a:srgbClr val="F2A65A"/>
          </a:solidFill>
          <a:ln/>
        </p:spPr>
      </p:sp>
      <p:sp>
        <p:nvSpPr>
          <p:cNvPr id="34" name="Shape 27"/>
          <p:cNvSpPr/>
          <p:nvPr/>
        </p:nvSpPr>
        <p:spPr>
          <a:xfrm>
            <a:off x="5852160" y="347472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016752" y="3602736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336" y="3703320"/>
            <a:ext cx="256032" cy="25603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601968" y="3547872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Living AI API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6016752" y="4133088"/>
            <a:ext cx="20208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living_api_controller.py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ApplianceLivingApiController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(전원 ON/OFF REST 호출)</a:t>
            </a:r>
            <a:endParaRPr lang="en-US" sz="930" dirty="0"/>
          </a:p>
        </p:txBody>
      </p:sp>
      <p:sp>
        <p:nvSpPr>
          <p:cNvPr id="39" name="Shape 31"/>
          <p:cNvSpPr/>
          <p:nvPr/>
        </p:nvSpPr>
        <p:spPr>
          <a:xfrm>
            <a:off x="8202168" y="4064508"/>
            <a:ext cx="283464" cy="237744"/>
          </a:xfrm>
          <a:prstGeom prst="rightArrow">
            <a:avLst/>
          </a:prstGeom>
          <a:solidFill>
            <a:srgbClr val="F2A65A"/>
          </a:solidFill>
          <a:ln/>
        </p:spPr>
      </p:sp>
      <p:sp>
        <p:nvSpPr>
          <p:cNvPr id="40" name="Shape 32"/>
          <p:cNvSpPr/>
          <p:nvPr/>
        </p:nvSpPr>
        <p:spPr>
          <a:xfrm>
            <a:off x="8503920" y="347472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8668512" y="360273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9096" y="3703320"/>
            <a:ext cx="256032" cy="256032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9253728" y="3547872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브로드캐스트</a:t>
            </a:r>
            <a:endParaRPr lang="en-US" sz="1200" dirty="0"/>
          </a:p>
        </p:txBody>
      </p:sp>
      <p:sp>
        <p:nvSpPr>
          <p:cNvPr id="44" name="Text 35"/>
          <p:cNvSpPr/>
          <p:nvPr/>
        </p:nvSpPr>
        <p:spPr>
          <a:xfrm>
            <a:off x="8668512" y="4133088"/>
            <a:ext cx="20208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events.py pub/sub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/session, /events WS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접속 클라이언트에 전파</a:t>
            </a:r>
            <a:endParaRPr lang="en-US" sz="930" dirty="0"/>
          </a:p>
        </p:txBody>
      </p:sp>
      <p:sp>
        <p:nvSpPr>
          <p:cNvPr id="45" name="Text 36"/>
          <p:cNvSpPr/>
          <p:nvPr/>
        </p:nvSpPr>
        <p:spPr>
          <a:xfrm>
            <a:off x="548640" y="505663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thinq_agent 패키지는 예전 독립 서버(server.py, agent.py)의 흔적이 남아 있으나, 현재는 도구 스키마·Hub 추상화·Living API 연동·이벤트 pub/sub 등 assistant 가 재사용하는 “공용 인터페이스 계층” 역할만 수행합니다. (상세는 9번 슬라이드 참고)</a:t>
            </a:r>
            <a:endParaRPr lang="en-US" sz="1050" dirty="0"/>
          </a:p>
        </p:txBody>
      </p:sp>
      <p:sp>
        <p:nvSpPr>
          <p:cNvPr id="46" name="Text 3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LGE ThinQ Voice Live PoC — module call details</a:t>
            </a:r>
            <a:endParaRPr lang="en-US" sz="900" dirty="0"/>
          </a:p>
        </p:txBody>
      </p:sp>
      <p:sp>
        <p:nvSpPr>
          <p:cNvPr id="47" name="Text 3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TRANSPORT MODE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전송 모드 비교 — WebSocket 중계 vs WebRTC 직결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663440"/>
        </p:xfrm>
        <a:graphic>
          <a:graphicData uri="http://schemas.openxmlformats.org/drawingml/2006/table">
            <a:tbl>
              <a:tblPr/>
              <a:tblGrid>
                <a:gridCol w="1920240"/>
                <a:gridCol w="4572000"/>
                <a:gridCol w="4572000"/>
              </a:tblGrid>
              <a:tr h="66620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WebSocket 중계 (useSession.ts)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WebRTC 직결 (useWebRTCSession.ts)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666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오디오 경로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브라우저 ↔ 백엔드(/session) ↔ Voice Live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(오디오가 서버를 경유)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브라우저 ↔ Voice Live 직결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(백엔드는 SDP 협상만 중개, 오디오 비경유)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연결 엔드포인트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WebSocket /session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(app.py session_endpoint)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POST /rtc/connect (SDP) +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WebSocket /events (기기 상태)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백엔드 처리 모듈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assistant/voice_handler.py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VoiceLiveHandler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thinq_agent/webrtc.py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negotiate() + _run_controller()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함수 호출(도구) 실행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VoiceLiveHandler._execute_function_call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(같은 프로세스 내 즉시 실행)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컨트롤러 전용 WS 로 function_call 이벤트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수신 후 dispatch_tool 실행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지연/특징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오디오가 서버를 거쳐 지연이 소폭 크지만,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VAD·프레임 크기 등 세부 설정 가능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오디오 지연이 가장 낮음(직결),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 프레임 크기/VAD 는 서버 고정값 사용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프런트 기본값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모드 (localStorage 미설정 시)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명시적으로 저장된 경우만 사용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LGE ThinQ Voice Live PoC — module call details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WEBSOCKET FLOW (1/3)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클릭 → 백엔드 세션 시작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75564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755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25296" y="1673352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오브(VoiceOrb) 클릭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25296" y="1929384"/>
            <a:ext cx="6812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화면의 음성 오브를 클릭하면 App.tsx의 onClick={toggle} 이 호출됩니다.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9281160" y="1709928"/>
            <a:ext cx="0" cy="493776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0" y="167335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App.tsx:61</a:t>
            </a:r>
            <a:endParaRPr lang="en-US" sz="830" dirty="0"/>
          </a:p>
          <a:p>
            <a:pPr algn="l" indent="0" marL="0">
              <a:buNone/>
            </a:pPr>
            <a:r>
              <a:rPr lang="en-US" sz="83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VoiceOrb onClick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5998464" y="2313432"/>
            <a:ext cx="164592" cy="146304"/>
          </a:xfrm>
          <a:prstGeom prst="downArrow">
            <a:avLst/>
          </a:prstGeom>
          <a:solidFill>
            <a:srgbClr val="F2A65A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459736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4944" y="261518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2615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25296" y="2532888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useVoiceSession.toggle()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225296" y="2788920"/>
            <a:ext cx="6812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전송 모드(websocket/webrtc)에 따라 useSession 또는 useWebRTCSession 의 toggle 을 위임 호출합니다.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9281160" y="2569464"/>
            <a:ext cx="0" cy="493776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0" y="253288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useVoiceSession.ts:15-35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5998464" y="3172968"/>
            <a:ext cx="164592" cy="146304"/>
          </a:xfrm>
          <a:prstGeom prst="downArrow">
            <a:avLst/>
          </a:prstGeom>
          <a:solidFill>
            <a:srgbClr val="F2A65A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319272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" y="347472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3474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25296" y="3392424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useSession.start()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225296" y="3648456"/>
            <a:ext cx="6812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AudioPlayer·MicCapture 인스턴스를 생성하고 wss://&lt;host&gt;/session 으로 WebSocket 을 개설합니다.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9281160" y="3429000"/>
            <a:ext cx="0" cy="493776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0" y="33924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useSession.ts:60-73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5998464" y="4032504"/>
            <a:ext cx="164592" cy="146304"/>
          </a:xfrm>
          <a:prstGeom prst="downArrow">
            <a:avLst/>
          </a:prstGeom>
          <a:solidFill>
            <a:srgbClr val="F2A65A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4178808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4944" y="433425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" y="4334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25296" y="425196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ws.onopen → mic.start()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225296" y="4507992"/>
            <a:ext cx="6812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연결이 열리면 마이크 캡처를 시작하고, PCM16 청크를 ws.send(pcm) 로 계속 전송합니다.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9281160" y="4288536"/>
            <a:ext cx="0" cy="493776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18320" y="425196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useSession.ts:75-85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5998464" y="4892040"/>
            <a:ext cx="164592" cy="146304"/>
          </a:xfrm>
          <a:prstGeom prst="downArrow">
            <a:avLst/>
          </a:prstGeom>
          <a:solidFill>
            <a:srgbClr val="F2A65A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5038344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4944" y="519379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694944" y="5193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25296" y="5111496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/session 수락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225296" y="5367528"/>
            <a:ext cx="6812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app.py의 session_endpoint 가 연결을 accept 하고, 공유 Hub 에서 기기 스냅샷·상태(listening)를 즉시 전송합니다.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9281160" y="5148072"/>
            <a:ext cx="0" cy="493776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18320" y="511149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app.py:274-291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5998464" y="5751576"/>
            <a:ext cx="164592" cy="146304"/>
          </a:xfrm>
          <a:prstGeom prst="downArrow">
            <a:avLst/>
          </a:prstGeom>
          <a:solidFill>
            <a:srgbClr val="F2A65A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5897880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94944" y="605332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6" name="Text 44"/>
          <p:cNvSpPr/>
          <p:nvPr/>
        </p:nvSpPr>
        <p:spPr>
          <a:xfrm>
            <a:off x="694944" y="6053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225296" y="5971032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_start_session() 호출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1225296" y="6227064"/>
            <a:ext cx="6812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SessionConfig 를 구성하고 VoiceLiveHandler 를 생성한 뒤 handler.start() 로 이벤트 루프 태스크를 기동합니다.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9281160" y="6007608"/>
            <a:ext cx="0" cy="493776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418320" y="59710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app.py:358-439</a:t>
            </a:r>
            <a:endParaRPr lang="en-US" sz="830" dirty="0"/>
          </a:p>
        </p:txBody>
      </p:sp>
      <p:sp>
        <p:nvSpPr>
          <p:cNvPr id="51" name="Text 4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LGE ThinQ Voice Live PoC — module call details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WEBSOCKET FLOW (2/3)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Voice Live 연결 및 세션 구성 전송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79222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25296" y="1673352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VoiceLiveHandler.start()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25296" y="1929384"/>
            <a:ext cx="6812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asyncio.create_task 로 백그라운드 _run() 코루틴을 시작해 클라이언트별 독립 이벤트 루프를 구동합니다.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9281160" y="1709928"/>
            <a:ext cx="0" cy="566928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0" y="167335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voice_handler.py:454-457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5998464" y="2386584"/>
            <a:ext cx="164592" cy="164592"/>
          </a:xfrm>
          <a:prstGeom prst="downArrow">
            <a:avLst/>
          </a:prstGeom>
          <a:solidFill>
            <a:srgbClr val="F2A65A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551176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4944" y="2743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2743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25296" y="2624328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모델/BYOM 분기 후 connect()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225296" y="2880360"/>
            <a:ext cx="6812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mode=agent 이면 agent_config 로, model 모드이면 byom_profile_for_model() 로 gpt-realtime-2 등 BYOM 여부를 판별해 azure.ai.voicelive.aio.connect() 로 연결합니다.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9281160" y="2660904"/>
            <a:ext cx="0" cy="566928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0" y="262432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voice_handler.py:524-581</a:t>
            </a:r>
            <a:endParaRPr lang="en-US" sz="830" dirty="0"/>
          </a:p>
          <a:p>
            <a:pPr algn="l" indent="0" marL="0">
              <a:buNone/>
            </a:pPr>
            <a:r>
              <a:rPr lang="en-US" sz="83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thinq_agent/openai_realtime.py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5998464" y="3337560"/>
            <a:ext cx="164592" cy="164592"/>
          </a:xfrm>
          <a:prstGeom prst="downArrow">
            <a:avLst/>
          </a:prstGeom>
          <a:solidFill>
            <a:srgbClr val="F2A65A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502152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" y="369417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25296" y="3575304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_configure_session()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225296" y="3831336"/>
            <a:ext cx="6812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SessionConfig.build_model_session() 이 음성(Voice)·VAD·전사 옵션·TOOL_SCHEMAS 를 담은 RequestSession 을 만들어 connection.session.update() 로 전송합니다.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9281160" y="3611880"/>
            <a:ext cx="0" cy="566928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0" y="3575304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voice_handler.py:593-609</a:t>
            </a:r>
            <a:endParaRPr lang="en-US" sz="830" dirty="0"/>
          </a:p>
          <a:p>
            <a:pPr algn="l" indent="0" marL="0">
              <a:buNone/>
            </a:pPr>
            <a:r>
              <a:rPr lang="en-US" sz="83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thinq_agent/schemas.py:19-71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5998464" y="4288536"/>
            <a:ext cx="164592" cy="164592"/>
          </a:xfrm>
          <a:prstGeom prst="downArrow">
            <a:avLst/>
          </a:prstGeom>
          <a:solidFill>
            <a:srgbClr val="F2A65A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4453128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4944" y="464515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" y="4645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25296" y="452628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SESSION_UPDATED 수신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225296" y="4782312"/>
            <a:ext cx="6812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확인 이벤트를 받으면 session_started/status(listening) 를 브라우저로 보내고, 최초 1회 선제 인사말(greeting)을 트리거합니다.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9281160" y="4562856"/>
            <a:ext cx="0" cy="566928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18320" y="45262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voice_handler.py:690-725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5998464" y="5239512"/>
            <a:ext cx="164592" cy="164592"/>
          </a:xfrm>
          <a:prstGeom prst="downArrow">
            <a:avLst/>
          </a:prstGeom>
          <a:solidFill>
            <a:srgbClr val="F2A65A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5404104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4944" y="559612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694944" y="5596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25296" y="5477256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대기 오디오 flush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225296" y="5733288"/>
            <a:ext cx="6812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_mark_audio_ready() 가 세션 준비 전 버퍼링된 오디오 청크를 순서대로 Voice Live 로 전달합니다.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9281160" y="5513832"/>
            <a:ext cx="0" cy="566928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18320" y="547725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voice_handler.py:477-480</a:t>
            </a:r>
            <a:endParaRPr lang="en-US" sz="830" dirty="0"/>
          </a:p>
        </p:txBody>
      </p:sp>
      <p:sp>
        <p:nvSpPr>
          <p:cNvPr id="43" name="Text 4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LGE ThinQ Voice Live PoC — module call details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AUDIO STREAMING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오디오 스트리밍 흐름 (양방향)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" cy="292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" y="158191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사용자 음성 → Voice Live (업링크)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20848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 캡처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23317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MicCapture 가 PCM16 프레임을 생성해 ws.send(pcm) 로 바이너리 전송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2331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useSession.ts:77-84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29992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/session 수신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13232" y="32461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pump_browser_to_handler() 가 바이너리 프레임을 base64 인코딩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3246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app.py:293-304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" y="39136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handler.send_audio()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13232" y="41605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오디오 준비 전이면 버퍼(deque)에 적재, 준비되면 즉시 전달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4160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voice_handler.py:459-466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48640" y="475488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3232" y="48280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input_audio_buffer.append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13232" y="50749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Voice Live 세션 연결에 오디오를 append 하여 VAD/인식 수행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5074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voice_handler.py:468-475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355080" y="1600200"/>
            <a:ext cx="54864" cy="292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501384" y="158191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Voice Live 응답 → 사용자 (다운링크)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55080" y="201168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0848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RESPONSE_AUDIO_DELTA 수신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19672" y="23317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_handle_event 가 base64/bytes 델타를 24kHz PCM16 으로 정규화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52760" y="2331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voice_handler.py:749-780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355080" y="292608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19672" y="29992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지연시간 계측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19672" y="32461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오디오 델타 시각 기록 → LatencyTracker.summary() 로 phase별 지연 로깅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652760" y="3246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voice_handler.py:750-756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355080" y="384048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19672" y="39136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JSON/바이너리 전송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519672" y="41605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/session 경로는 _translate_frontend_session_message 로 raw bytes 로 변환해 전송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652760" y="4160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app.py:453-466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355080" y="475488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519672" y="48280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AudioPlayer.play()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519672" y="50749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브라우저에서 ws.onmessage 로 ArrayBuffer 수신 시 즉시 재생 큐에 추가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652760" y="5074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useSession.ts:90-93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사용자가 말을 시작하면(INPUT_AUDIO_BUFFER_SPEECH_STARTED) 재생 중인 오디오를 즉시 정지(stop_playback)하고 진행 중 응답을 취소(response.cancel)하여 자연스러운 바지인(barge-in)을 지원합니다.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LGE ThinQ Voice Live PoC — module call details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EVENT HANDLING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Voice Live 서버 이벤트 처리 상세 (_handle_event)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754880"/>
        </p:xfrm>
        <a:graphic>
          <a:graphicData uri="http://schemas.openxmlformats.org/drawingml/2006/table">
            <a:tbl>
              <a:tblPr/>
              <a:tblGrid>
                <a:gridCol w="3749040"/>
                <a:gridCol w="2651760"/>
                <a:gridCol w="4663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ServerEventType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발생 시점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처리 내용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SESSION_CREATED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연결 직후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 세션 ID 저장 및 로깅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SESSION_UPDATED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세션 구성 반영 완료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session_started/status 전송, 선제 인사말(greeting) 1회 트리거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INPUT_AUDIO_BUFFER_SPEECH_STARTED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발화 시작(바지인)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재생 중지(stop_playback), 진행 중 응답 cancel, 상태 listening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INPUT_AUDIO_BUFFER_SPEECH_STOPPED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발화 종료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턴 시작 시각 기록(지연 측정 시작), 상태 thinking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RESPONSE_CREATED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응답 생성 시작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상태 speaking 전송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RESPONSE_AUDIO_DELTA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오디오 청크 도착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PCM 디코딩 후 브라우저로 전달, 첫 청크에서 응답 지연 계산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RESPONSE_DONE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응답 완료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누적 transcript 최종 flush, 상태 listening 복귀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CONVERSATION_ITEM_INPUT_AUDIO_TRANSCRIPTION_COMPLETED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음성 인식 완료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user transcript 전송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RESPONSE_AUDIO_TRANSCRIPT_DELTA/DONE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응답 텍스트 스트리밍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assistant transcript 누적 후 최종본 전송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CONVERSATION_ITEM_CREATED (function_call)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LLM 함수 호출 감지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call_id별 pending 목록에 등록 (6번 슬라이드 참고)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RESPONSE_FUNCTION_CALL_ARGUMENTS_DONE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함수 인자 완성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_execute_function_call() 실행 → 도구 결과 회신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ERROR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오류 발생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취소성 오류는 무시, 그 외에는 error 메시지를 브라우저로 전달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LGE ThinQ Voice Live PoC — module call details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FUNCTION CALLING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 호출(Tool Calling) 흐름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70078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25296" y="164592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 스키마 사전 등록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25296" y="1901952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세션 구성 시 TOOL_SCHEMAS(list_appliances, get_appliance_state, control_appliance, get_lifestyle_info)를 RequestSession.tools 로 전달합니다.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9281160" y="1682496"/>
            <a:ext cx="0" cy="438912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0" y="1645920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thinq_agent/schemas.py:19-71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5998464" y="2231136"/>
            <a:ext cx="164592" cy="118872"/>
          </a:xfrm>
          <a:prstGeom prst="downArrow">
            <a:avLst/>
          </a:prstGeom>
          <a:solidFill>
            <a:srgbClr val="F2A65A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350008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4944" y="247802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24780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25296" y="242316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CONVERSATION_ITEM_CREATED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225296" y="2679192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이 함수 호출을 결정하면 item.type==FUNCTION_CALL 이벤트가 도착 — call_id 별로 _pending_function_calls 에 등록합니다.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9281160" y="2459736"/>
            <a:ext cx="0" cy="438912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0" y="2423160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voice_handler.py:826-837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5998464" y="3008376"/>
            <a:ext cx="164592" cy="118872"/>
          </a:xfrm>
          <a:prstGeom prst="downArrow">
            <a:avLst/>
          </a:prstGeom>
          <a:solidFill>
            <a:srgbClr val="F2A65A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127248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" y="325526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3255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25296" y="320040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RESPONSE_FUNCTION_CALL_ARGUMENTS_DONE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225296" y="3456432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인자 스트리밍이 끝나면 즉시(_execute_function_call) 실행하여 응답 완료를 기다리지 않고 지연을 최소화합니다.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9281160" y="3236976"/>
            <a:ext cx="0" cy="438912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0" y="3200400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voice_handler.py:839-848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5998464" y="3785616"/>
            <a:ext cx="164592" cy="118872"/>
          </a:xfrm>
          <a:prstGeom prst="downArrow">
            <a:avLst/>
          </a:prstGeom>
          <a:solidFill>
            <a:srgbClr val="F2A65A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904488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4944" y="403250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" y="4032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25296" y="397764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dispatch_tool(hub, name, args)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225296" y="4233672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함수명에 따라 hub.list_appliances / get_appliance_state / control_appliance 또는 LifestyleInfoSubAgent 를 호출합니다.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9281160" y="4014216"/>
            <a:ext cx="0" cy="438912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18320" y="3977640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thinq_agent/tools.py:7-29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5998464" y="4562856"/>
            <a:ext cx="164592" cy="118872"/>
          </a:xfrm>
          <a:prstGeom prst="downArrow">
            <a:avLst/>
          </a:prstGeom>
          <a:solidFill>
            <a:srgbClr val="F2A65A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4681728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4944" y="480974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694944" y="4809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25296" y="475488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Hub 실행 (SubAgentHub/LivingApiHubWrapper)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225296" y="5010912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가전 종류별 SubAgent 로 라우팅해 로컬 상태를 갱신하고, 전원(on/off) 제어는 Living AI API 를 함께 호출합니다 (7번 슬라이드).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9281160" y="4791456"/>
            <a:ext cx="0" cy="438912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18320" y="4754880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thinq_agent/subagent_hub.py</a:t>
            </a:r>
            <a:endParaRPr lang="en-US" sz="830" dirty="0"/>
          </a:p>
          <a:p>
            <a:pPr algn="l" indent="0" marL="0">
              <a:buNone/>
            </a:pPr>
            <a:r>
              <a:rPr lang="en-US" sz="83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living_api_controller.py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5998464" y="5340096"/>
            <a:ext cx="164592" cy="118872"/>
          </a:xfrm>
          <a:prstGeom prst="downArrow">
            <a:avLst/>
          </a:prstGeom>
          <a:solidFill>
            <a:srgbClr val="F2A65A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5458968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94944" y="558698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6" name="Text 44"/>
          <p:cNvSpPr/>
          <p:nvPr/>
        </p:nvSpPr>
        <p:spPr>
          <a:xfrm>
            <a:off x="694944" y="5586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225296" y="553212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회신 및 재응답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1225296" y="5788152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FunctionCallOutputItem 으로 결과를 conversation.item.create 하고 conn.response.create() 로 LLM 이 결과를 반영한 답변을 생성합니다.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9281160" y="5568696"/>
            <a:ext cx="0" cy="438912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418320" y="5532120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voice_handler.py:869-893</a:t>
            </a:r>
            <a:endParaRPr lang="en-US" sz="830" dirty="0"/>
          </a:p>
        </p:txBody>
      </p:sp>
      <p:sp>
        <p:nvSpPr>
          <p:cNvPr id="51" name="Text 4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LGE ThinQ Voice Live PoC — module call details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LIVING AI API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Living AI API 연동 상세 — 가전 전원 제어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" cy="292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" y="158191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control_appliance 호출 경로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2020824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hub.control_appliance(id, cap, value)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225856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 호출 결과로 도달. hub 는 events.get_hub() 에서 생성된 LivingApiHubWrapper 입니다.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13232" y="2642616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i="1" dirty="0">
                <a:solidFill>
                  <a:srgbClr val="839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thinq_agent/events.py:19-33</a:t>
            </a:r>
            <a:endParaRPr lang="en-US" sz="660" dirty="0"/>
          </a:p>
        </p:txBody>
      </p:sp>
      <p:sp>
        <p:nvSpPr>
          <p:cNvPr id="10" name="Shape 8"/>
          <p:cNvSpPr/>
          <p:nvPr/>
        </p:nvSpPr>
        <p:spPr>
          <a:xfrm>
            <a:off x="548640" y="2843784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2898648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capability == "power" 판별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313639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 제어(bool 값)인 경우에만 Living AI API 매핑(_la_map)을 조회합니다.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713232" y="3520440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i="1" dirty="0">
                <a:solidFill>
                  <a:srgbClr val="839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living_api_controller.py:394-424</a:t>
            </a:r>
            <a:endParaRPr lang="en-US" sz="660" dirty="0"/>
          </a:p>
        </p:txBody>
      </p:sp>
      <p:sp>
        <p:nvSpPr>
          <p:cNvPr id="14" name="Shape 12"/>
          <p:cNvSpPr/>
          <p:nvPr/>
        </p:nvSpPr>
        <p:spPr>
          <a:xfrm>
            <a:off x="548640" y="3721608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" y="3776472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power_on() / power_off()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3232" y="4014216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APPLIANCE_DEVICE_TYPE_MAP 으로 기기타입 → device_type 슬롯/한국어명을 변환해 IntentRequest 를 구성합니다.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713232" y="4398264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i="1" dirty="0">
                <a:solidFill>
                  <a:srgbClr val="839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living_api_controller.py:182-231</a:t>
            </a:r>
            <a:endParaRPr lang="en-US" sz="660" dirty="0"/>
          </a:p>
        </p:txBody>
      </p:sp>
      <p:sp>
        <p:nvSpPr>
          <p:cNvPr id="18" name="Shape 16"/>
          <p:cNvSpPr/>
          <p:nvPr/>
        </p:nvSpPr>
        <p:spPr>
          <a:xfrm>
            <a:off x="548640" y="4599432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3232" y="4654296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_call_api() → aiohttp POST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13232" y="489204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x-service-id/key 등 인증 헤더를 채워 LIVING_API_URL 에 POST, 응답을 JSON 으로 반환합니다.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713232" y="5276088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i="1" dirty="0">
                <a:solidFill>
                  <a:srgbClr val="839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living_api_controller.py:290-308</a:t>
            </a:r>
            <a:endParaRPr lang="en-US" sz="660" dirty="0"/>
          </a:p>
        </p:txBody>
      </p:sp>
      <p:sp>
        <p:nvSpPr>
          <p:cNvPr id="22" name="Shape 20"/>
          <p:cNvSpPr/>
          <p:nvPr/>
        </p:nvSpPr>
        <p:spPr>
          <a:xfrm>
            <a:off x="548640" y="5477256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3232" y="5532120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상태 갱신 (항상 수행)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13232" y="576986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Living API 실패 여부와 무관하게 SubAgentHub 로 로컬 상태를 갱신하고 변경을 리스너에 통지합니다.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713232" y="6153912"/>
            <a:ext cx="507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i="1" dirty="0">
                <a:solidFill>
                  <a:srgbClr val="839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living_api_controller.py:423 / subagent_hub.py:38</a:t>
            </a:r>
            <a:endParaRPr lang="en-US" sz="660" dirty="0"/>
          </a:p>
        </p:txBody>
      </p:sp>
      <p:sp>
        <p:nvSpPr>
          <p:cNvPr id="26" name="Shape 24"/>
          <p:cNvSpPr/>
          <p:nvPr/>
        </p:nvSpPr>
        <p:spPr>
          <a:xfrm>
            <a:off x="6309360" y="1600200"/>
            <a:ext cx="54864" cy="292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455664" y="158191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IntentRequest payload 핵심 필드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09360" y="1965960"/>
            <a:ext cx="5349240" cy="4434840"/>
          </a:xfrm>
          <a:prstGeom prst="roundRect">
            <a:avLst>
              <a:gd name="adj" fmla="val 1443"/>
            </a:avLst>
          </a:prstGeom>
          <a:solidFill>
            <a:srgbClr val="12283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37960" y="214884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FD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surface.device.id       = hub_device_id (VOICE_HUB_KR)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FD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session.sessionId       = uuid4() (요청마다 신규)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FD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request.type            = "IntentRequest"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FD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request.resolvedQuery    = "{한국어기기명} 켜줘/꺼줘"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FD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request.intent.name      = PowerOnRequest / PowerOffRequest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FD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/ StateMonitoringRequest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FD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request.intent.slots     = {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FD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device_type: "DEVICE_AIR_CONDITIONER" 등,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FD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device_name: "에어컨" 등 한국어 명칭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FD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FD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Header: x-service-id / x-service-key /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FD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x-message-id(요청별 uuid4) 등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LGE ThinQ Voice Live PoC — module call details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07-A. STATE BROADCAST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 상태 브로드캐스트 구조 (Pub/Sub)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6537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96596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810512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SubAgentHub 상태 변경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3232" y="2395728"/>
            <a:ext cx="2980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control_appliance 로 로컬 상태가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바뀔 때마다 on_change 리스너 호출</a:t>
            </a:r>
            <a:endParaRPr lang="en-US" sz="930" dirty="0"/>
          </a:p>
        </p:txBody>
      </p:sp>
      <p:sp>
        <p:nvSpPr>
          <p:cNvPr id="9" name="Shape 6"/>
          <p:cNvSpPr/>
          <p:nvPr/>
        </p:nvSpPr>
        <p:spPr>
          <a:xfrm>
            <a:off x="3886200" y="2286000"/>
            <a:ext cx="365760" cy="256032"/>
          </a:xfrm>
          <a:prstGeom prst="rightArrow">
            <a:avLst/>
          </a:prstGeom>
          <a:solidFill>
            <a:srgbClr val="F2A65A"/>
          </a:solidFill>
          <a:ln/>
        </p:spPr>
      </p:sp>
      <p:sp>
        <p:nvSpPr>
          <p:cNvPr id="10" name="Shape 7"/>
          <p:cNvSpPr/>
          <p:nvPr/>
        </p:nvSpPr>
        <p:spPr>
          <a:xfrm>
            <a:off x="4297680" y="173736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62272" y="1865376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196596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47488" y="1810512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events._broadcast()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462272" y="2395728"/>
            <a:ext cx="2980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appliance_update 메시지를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등록된 모든 asyncio.Queue 에 전송</a:t>
            </a:r>
            <a:endParaRPr lang="en-US" sz="930" dirty="0"/>
          </a:p>
        </p:txBody>
      </p:sp>
      <p:sp>
        <p:nvSpPr>
          <p:cNvPr id="15" name="Shape 11"/>
          <p:cNvSpPr/>
          <p:nvPr/>
        </p:nvSpPr>
        <p:spPr>
          <a:xfrm>
            <a:off x="7635240" y="2286000"/>
            <a:ext cx="365760" cy="256032"/>
          </a:xfrm>
          <a:prstGeom prst="rightArrow">
            <a:avLst/>
          </a:prstGeom>
          <a:solidFill>
            <a:srgbClr val="F2A65A"/>
          </a:solidFill>
          <a:ln/>
        </p:spPr>
      </p:sp>
      <p:sp>
        <p:nvSpPr>
          <p:cNvPr id="16" name="Shape 12"/>
          <p:cNvSpPr/>
          <p:nvPr/>
        </p:nvSpPr>
        <p:spPr>
          <a:xfrm>
            <a:off x="8046720" y="17373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11312" y="186537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896" y="1965960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96528" y="1810512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접속 클라이언트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211312" y="2395728"/>
            <a:ext cx="3255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/session, /events 각 WS 연결의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pump_outbound_json() 이 즉시 전달</a:t>
            </a:r>
            <a:endParaRPr lang="en-US" sz="930" dirty="0"/>
          </a:p>
        </p:txBody>
      </p:sp>
      <p:sp>
        <p:nvSpPr>
          <p:cNvPr id="21" name="Text 16"/>
          <p:cNvSpPr/>
          <p:nvPr/>
        </p:nvSpPr>
        <p:spPr>
          <a:xfrm>
            <a:off x="548640" y="33375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구독(subscribe) 시점: /session 은 초기 스냅샷 전송 “전”에 큐를 등록해 그 사이 발생한 갱신을 놓치지 않습니다. 연결 종료 시 unsubscribe 로 큐를 제거합니다.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3977640"/>
            <a:ext cx="54864" cy="292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18"/>
          <p:cNvSpPr/>
          <p:nvPr/>
        </p:nvSpPr>
        <p:spPr>
          <a:xfrm>
            <a:off x="694944" y="39593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엔드포인트별 브로드캐스트 소비 방식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43400"/>
          <a:ext cx="11064240" cy="1874520"/>
        </p:xfrm>
        <a:graphic>
          <a:graphicData uri="http://schemas.openxmlformats.org/drawingml/2006/table">
            <a:tbl>
              <a:tblPr/>
              <a:tblGrid>
                <a:gridCol w="2377440"/>
                <a:gridCol w="6400800"/>
                <a:gridCol w="2286000"/>
              </a:tblGrid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코드 위치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WS /session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WebSocket 모드 — 음성 세션 제어 + 기기 상태 스냅샷/갱신 동시 수신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app.py:274-327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WS /events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WebRTC 모드 — 오디오는 직결되므로 기기 상태만 별도 채널로 수신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app.py:507-522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POST /rtc/connect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WebRTC SDP 협상 전용 (상태 채널과 무관)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app.py:491-504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LGE ThinQ Voice Live PoC — module call details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 WEBRTC DIRECT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WebRTC 직결 흐름 — SDP 협상 및 도구 실행 컨트롤러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66420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664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25296" y="1609344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RTCPeerConnection 생성 및 SDP offer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25296" y="1865376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useWebRTCSession.startWebRTC() 가 마이크 트랙 추가, 데이터채널(realtime-channel) 생성 후 offer 를 만들어 setLocalDescription 합니다.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9281160" y="1645920"/>
            <a:ext cx="0" cy="438912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0" y="1609344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useWebRTCSession.ts:98-156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5998464" y="2194560"/>
            <a:ext cx="164592" cy="109728"/>
          </a:xfrm>
          <a:prstGeom prst="downArrow">
            <a:avLst/>
          </a:prstGeom>
          <a:solidFill>
            <a:srgbClr val="F2A65A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304288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4944" y="243230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2432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25296" y="237744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/rtc/connect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225296" y="2633472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생성한 SDP offer 를 백엔드로 전송, 백엔드는 negotiate(sdp_offer) 를 호출합니다.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9281160" y="2414016"/>
            <a:ext cx="0" cy="438912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0" y="2377440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app.py:491-504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5998464" y="2962656"/>
            <a:ext cx="164592" cy="109728"/>
          </a:xfrm>
          <a:prstGeom prst="downArrow">
            <a:avLst/>
          </a:prstGeom>
          <a:solidFill>
            <a:srgbClr val="F2A65A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072384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" y="32004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25296" y="3145536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ephemeral 토큰 발급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225296" y="3401568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 ID(DefaultAzureCredential)로 Entra 토큰을 얻고, 서버 고정 session(instructions/tools/voice)으로 POST /openai/v1/realtime/client_secrets 를 호출합니다 — 디바이스 변조 방지.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9281160" y="3182112"/>
            <a:ext cx="0" cy="438912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0" y="3145536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thinq_agent/webrtc.py:40-61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5998464" y="3730752"/>
            <a:ext cx="164592" cy="109728"/>
          </a:xfrm>
          <a:prstGeom prst="downArrow">
            <a:avLst/>
          </a:prstGeom>
          <a:solidFill>
            <a:srgbClr val="F2A65A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84048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4944" y="396849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25296" y="3913632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SDP 협상 (calls 엔드포인트)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225296" y="4169664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ephemeral 토큰으로 POST /openai/v1/realtime/calls?webrtcfilter=on 에 SDP 를 전달하고 answer + Location(call_id) 을 받습니다.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9281160" y="3950208"/>
            <a:ext cx="0" cy="438912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18320" y="3913632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thinq_agent/webrtc.py:63-79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5998464" y="4498848"/>
            <a:ext cx="164592" cy="109728"/>
          </a:xfrm>
          <a:prstGeom prst="downArrow">
            <a:avLst/>
          </a:prstGeom>
          <a:solidFill>
            <a:srgbClr val="F2A65A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4608576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4944" y="473659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694944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25296" y="4681728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컨트롤러 WS 백그라운드 기동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225296" y="493776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call_id 로 별도 WebSocket(_run_controller) 을 열어 function_call 이벤트만 관찰·실행하는 역할을 수행합니다.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9281160" y="4718304"/>
            <a:ext cx="0" cy="438912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18320" y="4681728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thinq_agent/webrtc.py:92-128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5998464" y="5266944"/>
            <a:ext cx="164592" cy="109728"/>
          </a:xfrm>
          <a:prstGeom prst="downArrow">
            <a:avLst/>
          </a:prstGeom>
          <a:solidFill>
            <a:srgbClr val="F2A65A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5376672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94944" y="550468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6" name="Text 44"/>
          <p:cNvSpPr/>
          <p:nvPr/>
        </p:nvSpPr>
        <p:spPr>
          <a:xfrm>
            <a:off x="694944" y="5504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225296" y="5449824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오디오/텍스트 직결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1225296" y="5705856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A5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협상 완료 후 오디오는 브라우저 ↔ Voice Live 가 직접 송수신하며, 데이터채널 이벤트(speech_started 등)로 UI 상태를 갱신합니다.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9281160" y="5486400"/>
            <a:ext cx="0" cy="438912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418320" y="5449824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6B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useWebRTCSession.ts:120-153</a:t>
            </a:r>
            <a:endParaRPr lang="en-US" sz="830" dirty="0"/>
          </a:p>
        </p:txBody>
      </p:sp>
      <p:sp>
        <p:nvSpPr>
          <p:cNvPr id="51" name="Text 4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LGE ThinQ Voice Live PoC — module call details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09. MODULE ROLES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역할 정리 — assistant(현행) vs thinq_agent(공용/레거시)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544068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backend/src/assistant  (현행 · 운영 진입점)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50292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3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app.py — FastAPI 엔트리, /session·/rtc/connect·/events 라우팅 (start.sh, backend/Dockerfile 이 이 앱을 구동)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3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voice_handler.py — VoiceLiveHandler: Azure Voice Live SDK 연결, 세션 구성, 오디오/이벤트 중계, 함수 호출 실행의 핵심 로직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3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voice_instructions.py — LLM 시스템 지침(프롬프트) 정의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3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실제 Voice Live 세션 수명주기와 음성 스트리밍을 전담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99632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9050">
            <a:solidFill>
              <a:srgbClr val="0B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B3D5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99632" y="1600200"/>
            <a:ext cx="5440680" cy="45720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10" name="Text 8"/>
          <p:cNvSpPr/>
          <p:nvPr/>
        </p:nvSpPr>
        <p:spPr>
          <a:xfrm>
            <a:off x="6336792" y="16002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backend/src/thinq_agent  (공용 인터페이스 + 레거시 서버)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36792" y="2240280"/>
            <a:ext cx="51206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3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공용으로 재사용됨: schemas.py(TOOL_SCHEMAS), tools.py(dispatch_tool), hub.py/subagent_hub.py(Hub 추상화), events.py(pub/sub), living_api_controller.py, lifestyle.py, webrtc.py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3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레거시로 남아있음: server.py(thinq_agent.server:app), agent.py — 루트 Dockerfile 이 참조하는 예전 프로덕션 엔트리로, AZURE_COGNITIVE_SERVICES_ENDPOINT 등 다른 환경변수 체계를 사용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3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도구 스키마·기기 제어 인터페이스·Living API 연동의 “단일 진실 공급원” 역할이며, 신규 기능은 assistant 에서 이 모듈들을 import 하여 사용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LGE ThinQ Voice Live PoC — module call details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End-to-End 호출 순서 요약 (WebSocket 기준)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663440"/>
        </p:xfrm>
        <a:graphic>
          <a:graphicData uri="http://schemas.openxmlformats.org/drawingml/2006/table">
            <a:tbl>
              <a:tblPr/>
              <a:tblGrid>
                <a:gridCol w="640080"/>
                <a:gridCol w="5212080"/>
                <a:gridCol w="5212080"/>
              </a:tblGrid>
              <a:tr h="4663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 : 함수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오브 클릭 → toggle()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App.tsx / useVoiceSession.ts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WS(/session) 개설, 마이크 캡처 시작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useSession.ts:60-85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세션 accept, 스냅샷 전송, 세션 시작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assistant/app.py:274-439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Voice Live connect() + 세션 구성 전송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assistant/voice_handler.py:524-609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오디오 업/다운로드 스트리밍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voice_handler.py: send_audio / _handle_event(delta)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함수 호출 감지 및 실행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voice_handler.py:826-893 → thinq_agent/tools.py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가전 제어 시 Living AI API 호출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thinq_agent/living_api_controller.py:182-308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상태 변경 브로드캐스트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thinq_agent/events.py → 모든 WS 구독자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응답 오디오/텍스트 브라우저 재생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A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useSession.ts:87-113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LGE ThinQ Voice Live PoC — module call details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0B3D5C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8FD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assistant 가 실제 Voice Live 연동을 전담하고,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thinq_agent 는 도구·Hub·Living API 인터페이스를 제공하는 공용 계층입니다.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10241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C7DC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클릭 → useSession/useWebRTCSession → 백엔드 세션 시작 → Voice Live 연결까지 전 구간 추적 완료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C7DC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오디오 스트리밍, 이벤트 처리, 함수 호출(Tool Calling), Living AI API 연동, 상태 브로드캐스트 구조를 모두 문서화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C7DC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기능 개발 시 assistant 는 실행 로직, thinq_agent 는 도구/Hub 인터페이스 확장 지점으로 활용 권장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LGE ThinQ Voice Live PoC — module call details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LGE ThinQ Voice Live PoC module call details</dc:title>
  <dc:subject>PptxGenJS Presentation</dc:subject>
  <dc:creator>GitHub Copilot CLI</dc:creator>
  <cp:lastModifiedBy>GitHub Copilot CLI</cp:lastModifiedBy>
  <cp:revision>1</cp:revision>
  <dcterms:created xsi:type="dcterms:W3CDTF">2026-07-03T14:12:10Z</dcterms:created>
  <dcterms:modified xsi:type="dcterms:W3CDTF">2026-07-03T14:12:10Z</dcterms:modified>
</cp:coreProperties>
</file>